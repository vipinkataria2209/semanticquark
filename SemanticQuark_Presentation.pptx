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62FF"/>
                </a:solidFill>
              </a:defRPr>
            </a:pPr>
            <a:r>
              <a:t>SemanticQuark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3748"/>
                </a:solidFill>
              </a:defRPr>
            </a:pPr>
            <a:r>
              <a:t>The Fundamental Building Block for Semantic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The Analytics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🔴 Complex SQL queries for simple questions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🔴 Inconsistent metric definitions across teams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🔴 Slow query performance at scale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🔴 Difficult to implement data security policies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🔴 No integration with modern data science tools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🔴 Repetitive code across dashboards and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What is SemanticQuark?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A Python-native semantic layer platform for analytics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Define metrics once in YAML, use everywhere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Query data with JSON instead of SQL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Built-in caching, pre-aggregations, and security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Think of it as 'Cube.js for Python'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Seamlessly integrates with Python data ecosystem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📊 Semantic Data Modeling - Cubes, dimensions, measures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🔍 REST &amp; GraphQL APIs - Simple JSON queries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⚡ Query Optimization - Automatic SQL generation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💾 Intelligent Caching - Redis or in-memory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📈 Pre-Aggregations - Sub-second analytics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🔒 Row-Level Security - Built-in security layer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🔌 Multi-Database - PostgreSQL, MySQL, Snowflake, BigQuery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🌐 API Layer - FastAPI with REST, GraphQL, SQL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⚙️ Query Orchestration - Engine with callbacks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📦 Semantic Layer - Cubes, dimensions, measures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🏗️ SQL Builder - BFS-based join path finding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💾 Cache Layer - Redis/Memory with TTL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🔒 Security Layer - Row-level security (RLS)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🔌 Database Connectors - Extensible driver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Semantic Modeling in YAML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Define data models declaratively: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Cubes - Logical data models (e.g., orders, customers)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Dimensions - Attributes to slice by (status, date)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Measures - Metrics to aggregate (count, revenue)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Relationships - Joins between cubes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Pre-aggregations - Rollup tables for speed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Example: orders.yaml defines dimensions (status, date)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   and measures (count, total_revenue)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Simple Query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JSON query instead of SQL: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{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"dimensions": ["orders.status"],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"measures": ["orders.count", "orders.total_revenue"],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"filters": [{"dimension": "orders.status",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         "operator": "equals", "values": ["completed"]}]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}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SemanticQuark automatically generates optimized SQL!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Python Ecosystem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🐍 Built in Python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📊 Future: Pandas Integration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📓 Future: Jupyter Notebooks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🤖 Future: ML Model Embedding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📦 Access to Rich Ecosystem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🔬 Data Science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Unlike Cube.js (Node.js)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Potential DataFrame support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Interactive analytics capability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ML-powered metrics (planned)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NumPy, SciPy, etc. available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Python toolchain compatible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Query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1️⃣ Parse JSON query → Query object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2️⃣ Check cache (Redis/memory) → Return if hit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3️⃣ Find matching pre-aggregation → Use if exists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4️⃣ Apply security filters → Row-level security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5️⃣ Build optimized SQL → BFS join path finding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6️⃣ Execute on database → Get results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7️⃣ Format &amp; cache results → Return JSON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8️⃣ Fire callbacks → Logging, metrics,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Intelligent Caching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🔑 Cache Key Generation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Based on query hash + user context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Ensures consistent cache hits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💾 Multi-Tier Caching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In-memory cache for development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Redis cache for production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Configurable TTL (time-to-live)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♻️ Cache Invalidation on schema reload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Pre-Aggregations for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Pre-compute common queries → Sub-second analytics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Configuration in YAML: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pre_aggregations: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- name: orders_daily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dimensions: [status, created_at]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measures: [count, total_revenue]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time_dimension: created_at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granularity: day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  refresh_key: {every: 1 hour}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Automatically matches queries and uses rollup 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Row-Level Security (RLS)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Built-in security at the semantic layer: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🔒 Define security rules in cube models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👤 Pass user context with queries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🛡️ Automatically filter rows based on rules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Example: Filter orders by user's region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security: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 row_filter: "region = {user.region}"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Security applied before SQL generation!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Smart SQL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BFS-based Join Path Finding: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Finds shortest path between cubes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Supports multi-hop joins (A→B→C)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Bidirectional relationship traversal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Query Optimization: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Skip GROUP BY when primary key included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Minimize JOIN operations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Use pre-aggregations when available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Result: Clean, efficient SQL every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📊 Callback-Based Monitoring System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on_query_start / on_query_end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on_cache_hit / on_cache_miss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on_pre_agg_used / on_pre_agg_skipped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on_sql_generated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on_query_error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📈 Built-in Metrics &amp; Logging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Query execution times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Cache hit rates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Query logs with user context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Production-Ready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🔄 Hot Schema Reload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🐳 Docker Support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📝 Auto API Docs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🧪 Comprehensive Tests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⚡ Connection Pooling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🔌 Extensible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No downtime updates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Docker Compose ready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Swagger/OpenAPI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Unit &amp; integration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Async PostgreSQL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Plugin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📊 Business Intelligence Dashboards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Consistent metrics across all dashboards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🔬 Data Science Workflows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Query data directly in Jupyter notebooks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🤖 ML Feature Engineering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Embed ML models in metric definitions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📱 Embedded Analytics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Secure multi-tenant analytics APIs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📈 Real-time Analytics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Sub-second queries with pre-aggregations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SemanticQuark vs Cube.js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SemanticQuark (Python):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Native Python ecosystem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Pandas/Jupyter integration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ML model embedding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Data science workflows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Async/await design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Callback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46304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Cube.js (Node.js):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Mature ecosystem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Large community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✅ More connectors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❌ No Python integration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❌ No ML support</a:t>
            </a:r>
          </a:p>
          <a:p>
            <a:pPr>
              <a:spcBef>
                <a:spcPts val="600"/>
              </a:spcBef>
              <a:defRPr sz="1600">
                <a:solidFill>
                  <a:srgbClr val="2D3748"/>
                </a:solidFill>
              </a:defRPr>
            </a:pPr>
            <a:r>
              <a:t>❌ JavaScript-focused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62FF"/>
                </a:solidFill>
              </a:defRPr>
            </a:pPr>
            <a:r>
              <a:t>Get Started Today!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🚀 Quick Start: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git clone https://github.com/yourusername/semanticquark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docker-compose up -d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curl http://localhost:8000/health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📚 Learn More: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Documentation: /docs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Examples: /models/*.yaml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• Tests: /tests/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🌟 SemanticQuark = Metrics as Code + Python Power</a:t>
            </a:r>
          </a:p>
          <a:p>
            <a:pPr>
              <a:spcBef>
                <a:spcPts val="800"/>
              </a:spcBef>
              <a:defRPr sz="1800">
                <a:solidFill>
                  <a:srgbClr val="2D3748"/>
                </a:solidFill>
              </a:defRPr>
            </a:pPr>
            <a:r>
              <a:t>   Define once, query everywhere, scale to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